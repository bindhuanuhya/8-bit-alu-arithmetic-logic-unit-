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8-BIT ARITHMETIC LOGIC UNIT (ALU)</a:t>
            </a:r>
          </a:p>
          <a:p>
            <a:pPr algn="ctr">
              <a:defRPr sz="2300">
                <a:solidFill>
                  <a:srgbClr val="FFFFFF"/>
                </a:solidFill>
              </a:defRPr>
            </a:pPr>
            <a:r>
              <a:t>Implementation of Arithmetic and Logical Operations</a:t>
            </a:r>
          </a:p>
          <a:p>
            <a:pPr algn="ctr">
              <a:defRPr sz="1800">
                <a:solidFill>
                  <a:srgbClr val="D2DCEB"/>
                </a:solidFill>
              </a:defRPr>
            </a:pPr>
            <a:r>
              <a:t>Verilog HDL Simulation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Project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An Arithmetic Logic Unit (ALU) is a fundamental digital circuit used to perform arithmetic and bitwise logical operations.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This project implements an 8-bit ALU using Verilog HDL.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Inputs: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A[7:0] – 8-bit operand A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B[7:0] – 8-bit operand B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opcode[3:0] – operation selector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Outputs: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result[7:0] – operation result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carry – carry/no-borrow indicator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zero – indicates result is 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Objective and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Objective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• Implement an 8-bit ALU with arithmetic and logical operations.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• Verify each operation using a Verilog testbench.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• Observe result, carry and zero flags.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• Analyze the design using simulation waveforms.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Supported Operations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0000 – ADD   : A + B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0001 – SUB   : A - B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0010 – INC   : A + 1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0011 – DEC   : A - 1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0100 – AND   : A &amp; B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0101 – OR    : A | B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0110 – XOR   : A ^ B</a:t>
            </a:r>
          </a:p>
          <a:p>
            <a:pPr>
              <a:spcAft>
                <a:spcPts val="800"/>
              </a:spcAft>
              <a:defRPr sz="1900">
                <a:solidFill>
                  <a:srgbClr val="232323"/>
                </a:solidFill>
              </a:defRPr>
            </a:pPr>
            <a:r>
              <a:t>0111 – NOT   : ~A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ALU Design / 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The opcode selects one operation inside the combinational ALU.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1. Inputs A and B are supplied as 8-bit binary values.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2. The 4-bit opcode selects the required arithmetic or logical function.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3. The selected operation produces an 8-bit result.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4. Arithmetic operations can generate the carry flag.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5. The zero flag becomes HIGH when result = 00H.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Design flow: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A, B, opcode → ALU operation selection → result + carry + zero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Simulation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Design file: alu.v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Testbench: tb_alu.v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Simulation procedure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• Apply different A, B and opcode combinations.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• Wait 10 ns between test cases.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• Monitor result, carry and zero.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• Generate a VCD waveform file using $dumpfile and $dumpvars.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• Open the VCD file in a waveform viewer.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Recommended tool flow: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Verilator → simulation / trace generation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GTKWave → waveform visualization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</a:defRPr>
            </a:pPr>
            <a:r>
              <a:t>Note: GHDL is primarily a VHDL analyzer/compiler/simulator, so it is not the natural simulator for this Verilog source. For this Verilog project, Verilator is the appropriate choice.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Simulation and Output Screenshot</a:t>
            </a:r>
          </a:p>
        </p:txBody>
      </p:sp>
      <p:pic>
        <p:nvPicPr>
          <p:cNvPr id="4" name="Picture 3" descr="output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60120"/>
            <a:ext cx="1156716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Waveform Analysis</a:t>
            </a:r>
          </a:p>
        </p:txBody>
      </p:sp>
      <p:pic>
        <p:nvPicPr>
          <p:cNvPr id="4" name="Picture 3" descr="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32688"/>
            <a:ext cx="11750040" cy="54681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19088"/>
            <a:ext cx="10881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64646"/>
                </a:solidFill>
              </a:defRPr>
            </a:pPr>
            <a:r>
              <a:t>EPWave simulation waveform of the 8-bit ALU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An 8-bit ALU was successfully designed using Verilog HDL.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The design supports four arithmetic operations: ADD, SUB, INC and DEC.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It supports four logical operations: AND, OR, XOR and NOT.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The testbench verifies the functional behavior using multiple input combinations.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Carry and zero flags provide additional status information.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• Simulation output and waveforms confirm the expected operation of the ALU.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Future enhancement: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</a:defRPr>
            </a:pPr>
            <a:r>
              <a:t>Additional flags such as negative/sign and overflow can be added for a more complete ALU.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6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32323"/>
                </a:solidFill>
              </a:defRPr>
            </a:pPr>
            <a:r>
              <a:t>1. EDA Playground</a:t>
            </a:r>
          </a:p>
          <a:p>
            <a:pPr>
              <a:spcAft>
                <a:spcPts val="2400"/>
              </a:spcAft>
              <a:defRPr sz="2000">
                <a:solidFill>
                  <a:srgbClr val="232323"/>
                </a:solidFill>
              </a:defRPr>
            </a:pPr>
            <a:r>
              <a:t>   Used for Verilog simulation and testing.</a:t>
            </a:r>
          </a:p>
          <a:p>
            <a:pPr>
              <a:defRPr sz="2200" b="1">
                <a:solidFill>
                  <a:srgbClr val="232323"/>
                </a:solidFill>
              </a:defRPr>
            </a:pPr>
            <a:r>
              <a:t>2. EPWave</a:t>
            </a:r>
          </a:p>
          <a:p>
            <a:pPr>
              <a:defRPr sz="2000">
                <a:solidFill>
                  <a:srgbClr val="232323"/>
                </a:solidFill>
              </a:defRPr>
            </a:pPr>
            <a:r>
              <a:t>   Used for viewing and analyzing the simulation waveform.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